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56" r:id="rId3"/>
    <p:sldId id="258" r:id="rId4"/>
    <p:sldId id="257" r:id="rId5"/>
    <p:sldId id="259" r:id="rId6"/>
    <p:sldId id="260" r:id="rId7"/>
    <p:sldId id="261" r:id="rId8"/>
    <p:sldId id="262" r:id="rId9"/>
    <p:sldId id="264" r:id="rId10"/>
    <p:sldId id="265" r:id="rId11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1326" y="11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992510-300A-4D8F-AA11-6D1265361D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6FB325B-8059-4E2B-89EB-3EDDA69A4D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6948C54-DDE7-4759-B62E-81D762669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CBFE0-73E0-45A8-9FEC-2F844A7FCEA0}" type="datetimeFigureOut">
              <a:rPr lang="zh-CN" altLang="en-US" smtClean="0"/>
              <a:t>2024/9/18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AE265A-3477-4867-BBB6-977D96941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AF14B5C-7743-43CD-87F8-FE6774D01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986A-2B0B-4A89-B5F3-4E389A0718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5118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F19B78-D635-4B37-BB68-0E01D0ACA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C7B3E32-567A-44C1-91B6-E305BB166F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FE0935-6E49-467D-882E-ECBC32C32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CBFE0-73E0-45A8-9FEC-2F844A7FCEA0}" type="datetimeFigureOut">
              <a:rPr lang="zh-CN" altLang="en-US" smtClean="0"/>
              <a:t>2024/9/18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E982D1B-63CA-4242-992E-7E8FA1A08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5AC8CBE-1F54-4941-B0CA-A9E8FC41E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986A-2B0B-4A89-B5F3-4E389A0718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1183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D1365E-125B-4819-9BE5-FF24212EF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136A397-AA2D-4FA6-BC4F-C65815E4A4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3CE4A4C-D524-41BC-85A5-9F6213FE1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CBFE0-73E0-45A8-9FEC-2F844A7FCEA0}" type="datetimeFigureOut">
              <a:rPr lang="zh-CN" altLang="en-US" smtClean="0"/>
              <a:t>2024/9/18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48256F-0875-4B60-9622-5C038C421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14A39A5-CADD-4454-AE50-B7252A23A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986A-2B0B-4A89-B5F3-4E389A0718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6321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326A39-0BAF-438E-9996-E7B0ECB0A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BA74F34-6D01-4D32-B31B-742054272D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B28DCF3-340E-4CBD-8B96-A6307A3154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7B58DAE-2859-432A-A836-1590A689C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CBFE0-73E0-45A8-9FEC-2F844A7FCEA0}" type="datetimeFigureOut">
              <a:rPr lang="zh-CN" altLang="en-US" smtClean="0"/>
              <a:t>2024/9/18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D81F924-1E93-47DE-8BF5-1CC37EF94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81EC322-5C44-40DE-BC76-F050E3FBF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986A-2B0B-4A89-B5F3-4E389A0718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50606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26DB32-6DD5-4B7E-967F-A1F794E6A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5AFE4AC-AC01-4702-A9EF-FA1FF3BD5A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319EE94-F80A-472B-882D-969B557D6F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63657D2-205B-42CD-8EFE-02D95E1852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1CE33E8-5414-43C1-9AA4-19A121B2F3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DF92F30-EF2B-4316-A724-FCC24027D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CBFE0-73E0-45A8-9FEC-2F844A7FCEA0}" type="datetimeFigureOut">
              <a:rPr lang="zh-CN" altLang="en-US" smtClean="0"/>
              <a:t>2024/9/18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05CAEC9-A51A-488E-A9D0-A03399675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CAB92CF-F68C-4B30-9AB6-FDAAE66D3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986A-2B0B-4A89-B5F3-4E389A0718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4395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C719EB-CC72-425F-9D56-5AB367E15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415A55E-E9C7-4FFE-B171-1BEEB855B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CBFE0-73E0-45A8-9FEC-2F844A7FCEA0}" type="datetimeFigureOut">
              <a:rPr lang="zh-CN" altLang="en-US" smtClean="0"/>
              <a:t>2024/9/18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E05CD8A-B596-474F-917B-4DDF32571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A17F048-85DC-4CE3-A6E6-2845B5912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986A-2B0B-4A89-B5F3-4E389A0718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9946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C41C382-8469-49C7-A854-83B605A4D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CBFE0-73E0-45A8-9FEC-2F844A7FCEA0}" type="datetimeFigureOut">
              <a:rPr lang="zh-CN" altLang="en-US" smtClean="0"/>
              <a:t>2024/9/18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BE0E59C-4E17-44DC-8ADF-65B2D0D32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DB657D-76B1-41AB-8887-EE06D739E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986A-2B0B-4A89-B5F3-4E389A0718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2353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2DF452-C2D2-4321-9DBA-5F8CF5BF6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1C5F164-152E-4278-A891-6DF4155F72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53D9F36-AF5E-43ED-B5CB-AFA30AE8F0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217A9DE-BB3A-4296-874E-6592D501C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CBFE0-73E0-45A8-9FEC-2F844A7FCEA0}" type="datetimeFigureOut">
              <a:rPr lang="zh-CN" altLang="en-US" smtClean="0"/>
              <a:t>2024/9/18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1A1414C-AC3A-432F-B625-0013563DA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799BF94-3A0C-40E1-AF13-CFD23E6FD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986A-2B0B-4A89-B5F3-4E389A0718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9898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F0A347-F29F-4130-8F85-7A4DA9EA7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40530BB-3FC8-4920-943D-F2536D3A5D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A4522F3-4B1D-4208-8863-3AB7A1EC6D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2BA9503-2075-4F09-8790-D642E381C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CBFE0-73E0-45A8-9FEC-2F844A7FCEA0}" type="datetimeFigureOut">
              <a:rPr lang="zh-CN" altLang="en-US" smtClean="0"/>
              <a:t>2024/9/18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C5ECD22-2737-47A6-8925-335BFBE1E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1629CE4-778C-4F68-8518-130CCD0AE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986A-2B0B-4A89-B5F3-4E389A0718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539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2F4621-D87F-4087-BCB9-D32B3566B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3F46691-3B94-46A7-92EC-B80C757241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777EA95-9C31-4201-A5F4-C184274E1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CBFE0-73E0-45A8-9FEC-2F844A7FCEA0}" type="datetimeFigureOut">
              <a:rPr lang="zh-CN" altLang="en-US" smtClean="0"/>
              <a:t>2024/9/18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966E849-1E9D-4C89-9EB8-819D912C0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A87F9CB-61A9-45DB-9A37-F2C3E0BD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986A-2B0B-4A89-B5F3-4E389A0718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3127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EE9711F-7228-4333-B351-640A4F3E85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0D1E944-6A14-4B96-B875-F7BBB1B358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1A7DAB-8DA0-4E96-9842-8BAE8E72C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CBFE0-73E0-45A8-9FEC-2F844A7FCEA0}" type="datetimeFigureOut">
              <a:rPr lang="zh-CN" altLang="en-US" smtClean="0"/>
              <a:t>2024/9/18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6F9971-B95B-4CF0-9DE4-95BE907CC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8ED5BC-FAB6-4841-BCCC-F72D341E7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986A-2B0B-4A89-B5F3-4E389A0718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8803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81DB4C9-A994-4087-BF73-CA53C376E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6C93623-4760-423A-8531-08F1AA9E95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8C5133-B845-4716-8277-6A889DE703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1CBFE0-73E0-45A8-9FEC-2F844A7FCEA0}" type="datetimeFigureOut">
              <a:rPr lang="zh-CN" altLang="en-US" smtClean="0"/>
              <a:t>2024/9/18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00C63DA-4200-49BE-A635-5095BF5BA2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3BA5F70-DB39-40F1-ACDD-9849900EBC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6986A-2B0B-4A89-B5F3-4E389A0718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2654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39340F-3905-465E-9D15-DF250D0E6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目录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32B0594-49ED-43CC-AB9A-ECC8C59301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一、三线表（含样例）</a:t>
            </a:r>
            <a:endParaRPr lang="en-US" altLang="zh-CN" dirty="0"/>
          </a:p>
          <a:p>
            <a:r>
              <a:rPr lang="zh-CN" altLang="en-US" dirty="0"/>
              <a:t>二</a:t>
            </a:r>
            <a:r>
              <a:rPr lang="zh-CN" altLang="en-US"/>
              <a:t>、曲线图（含样例）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9299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A0615043-DF22-42C4-92D3-6B2553F21C4C}"/>
              </a:ext>
            </a:extLst>
          </p:cNvPr>
          <p:cNvSpPr txBox="1"/>
          <p:nvPr/>
        </p:nvSpPr>
        <p:spPr>
          <a:xfrm>
            <a:off x="166407" y="1874744"/>
            <a:ext cx="907004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      在科技论文中，三线表是一种被推荐使用的形式，其简洁明了、功能明确、易于阅读。三线表通常由顶线、底线和栏目线组。顶线和底线是粗线，而栏目线则是细线。</a:t>
            </a:r>
            <a:endParaRPr lang="en-US" altLang="zh-CN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     尽管三线表的名称表明它只有三条线，但在需要时可以添加辅助线。无论辅助线的数量如何，表格仍然被称为三线表。</a:t>
            </a:r>
            <a:endParaRPr lang="en-US" altLang="zh-CN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     三线表的组成要素包括表序、表题、项目栏、表体以及表注。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AED2283-92A8-415D-B358-A33F5BF48C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7677" y="3432205"/>
            <a:ext cx="6172201" cy="3157347"/>
          </a:xfrm>
          <a:prstGeom prst="rect">
            <a:avLst/>
          </a:prstGeom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BAFCA3C7-7BBD-42D8-B9E3-31D9C68CFA41}"/>
              </a:ext>
            </a:extLst>
          </p:cNvPr>
          <p:cNvSpPr txBox="1">
            <a:spLocks/>
          </p:cNvSpPr>
          <p:nvPr/>
        </p:nvSpPr>
        <p:spPr>
          <a:xfrm>
            <a:off x="295275" y="123826"/>
            <a:ext cx="7886700" cy="7239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4400" dirty="0"/>
              <a:t>一、三线表</a:t>
            </a:r>
          </a:p>
        </p:txBody>
      </p:sp>
    </p:spTree>
    <p:extLst>
      <p:ext uri="{BB962C8B-B14F-4D97-AF65-F5344CB8AC3E}">
        <p14:creationId xmlns:p14="http://schemas.microsoft.com/office/powerpoint/2010/main" val="321248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093F9F46-063A-4A6E-A8EA-8A719348AA2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83817"/>
          <a:stretch/>
        </p:blipFill>
        <p:spPr>
          <a:xfrm>
            <a:off x="2604807" y="1315852"/>
            <a:ext cx="7981950" cy="331414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138C7AF0-50FC-4D96-A9C4-83708E64003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6293"/>
          <a:stretch/>
        </p:blipFill>
        <p:spPr>
          <a:xfrm>
            <a:off x="581025" y="1886511"/>
            <a:ext cx="7981950" cy="1714220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4BCD9758-8CA5-42D8-A95E-535BCDA15303}"/>
              </a:ext>
            </a:extLst>
          </p:cNvPr>
          <p:cNvSpPr txBox="1"/>
          <p:nvPr/>
        </p:nvSpPr>
        <p:spPr>
          <a:xfrm>
            <a:off x="275665" y="121024"/>
            <a:ext cx="28009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表格样例</a:t>
            </a:r>
            <a:endParaRPr lang="en-US" altLang="zh-CN" dirty="0"/>
          </a:p>
          <a:p>
            <a:r>
              <a:rPr lang="zh-CN" altLang="en-US" dirty="0"/>
              <a:t>本页为最简单表格样例。</a:t>
            </a:r>
          </a:p>
        </p:txBody>
      </p:sp>
    </p:spTree>
    <p:extLst>
      <p:ext uri="{BB962C8B-B14F-4D97-AF65-F5344CB8AC3E}">
        <p14:creationId xmlns:p14="http://schemas.microsoft.com/office/powerpoint/2010/main" val="32580918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3A5E211D-D6E3-4101-A670-DE73F5E063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598" y="1929493"/>
            <a:ext cx="7692403" cy="3536737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9498D0E3-471D-4725-BC3A-8A3EF981A0F5}"/>
              </a:ext>
            </a:extLst>
          </p:cNvPr>
          <p:cNvSpPr txBox="1"/>
          <p:nvPr/>
        </p:nvSpPr>
        <p:spPr>
          <a:xfrm>
            <a:off x="275665" y="121024"/>
            <a:ext cx="2111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表格样例</a:t>
            </a:r>
          </a:p>
        </p:txBody>
      </p:sp>
    </p:spTree>
    <p:extLst>
      <p:ext uri="{BB962C8B-B14F-4D97-AF65-F5344CB8AC3E}">
        <p14:creationId xmlns:p14="http://schemas.microsoft.com/office/powerpoint/2010/main" val="25736292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9EE11C0D-21A5-4AA8-BF5F-B57C1532257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87" b="56667"/>
          <a:stretch/>
        </p:blipFill>
        <p:spPr>
          <a:xfrm>
            <a:off x="72237" y="544607"/>
            <a:ext cx="8999525" cy="2884393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E6C7C6EB-36E4-4D5E-8066-8739367707BB}"/>
              </a:ext>
            </a:extLst>
          </p:cNvPr>
          <p:cNvSpPr txBox="1"/>
          <p:nvPr/>
        </p:nvSpPr>
        <p:spPr>
          <a:xfrm>
            <a:off x="275665" y="121024"/>
            <a:ext cx="2111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表格样例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EB4BEEB-36D9-4C6E-BD4C-65C7543434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" y="3617818"/>
            <a:ext cx="8943975" cy="2695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2007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4426D4C-D9D7-4978-9BB9-2024929298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3359" y="582279"/>
            <a:ext cx="4411364" cy="5811797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7869638-1975-481E-BDA4-BFB43681E034}"/>
              </a:ext>
            </a:extLst>
          </p:cNvPr>
          <p:cNvSpPr txBox="1"/>
          <p:nvPr/>
        </p:nvSpPr>
        <p:spPr>
          <a:xfrm>
            <a:off x="275666" y="100853"/>
            <a:ext cx="211118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表格样例</a:t>
            </a:r>
            <a:endParaRPr lang="en-US" altLang="zh-CN" dirty="0"/>
          </a:p>
          <a:p>
            <a:r>
              <a:rPr lang="zh-CN" altLang="en-US" sz="1200" dirty="0"/>
              <a:t>（表题略）</a:t>
            </a:r>
          </a:p>
        </p:txBody>
      </p:sp>
    </p:spTree>
    <p:extLst>
      <p:ext uri="{BB962C8B-B14F-4D97-AF65-F5344CB8AC3E}">
        <p14:creationId xmlns:p14="http://schemas.microsoft.com/office/powerpoint/2010/main" val="34031035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0270AF-9FD3-42BB-965D-00FA0CB4D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944" y="-131687"/>
            <a:ext cx="7886700" cy="1325563"/>
          </a:xfrm>
        </p:spPr>
        <p:txBody>
          <a:bodyPr/>
          <a:lstStyle/>
          <a:p>
            <a:r>
              <a:rPr lang="zh-CN" altLang="en-US" dirty="0"/>
              <a:t>二、曲线图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60DA5F1-D10C-402B-8825-EDCE2E6793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308" y="884331"/>
            <a:ext cx="7886700" cy="4351338"/>
          </a:xfrm>
        </p:spPr>
        <p:txBody>
          <a:bodyPr/>
          <a:lstStyle/>
          <a:p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一个曲线图应有图序、图题、坐标轴、标目（符号、单位等）、标值线及标值、数据点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曲线等元素，如果一幅图有多条曲线，</a:t>
            </a:r>
            <a:r>
              <a:rPr lang="zh-CN" altLang="zh-CN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尤其是只能单色表示的条件下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，可采用不同线型或为曲线设置标签（用•、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*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、○●☉☆●◇等众多符号来区分数据系列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曲线），另外有时还需要标识误差（误差棒）等。</a:t>
            </a:r>
          </a:p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4D62BB3-7FDC-43E6-BA86-A1FE295FF882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5627" y="2003612"/>
            <a:ext cx="5756873" cy="465718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080615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6063D431-34F2-47E1-A41C-4911A5AA0B2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8333"/>
          <a:stretch/>
        </p:blipFill>
        <p:spPr>
          <a:xfrm>
            <a:off x="0" y="646583"/>
            <a:ext cx="4260402" cy="276673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013E70C-5501-4A62-B066-0C1B557C5B9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9815"/>
          <a:stretch/>
        </p:blipFill>
        <p:spPr>
          <a:xfrm>
            <a:off x="0" y="3508565"/>
            <a:ext cx="4321392" cy="34999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B386B345-6902-4A86-807C-DC2231D86BFF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476502" y="1560680"/>
            <a:ext cx="2520950" cy="240538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8C8A90F5-7D8B-45D0-9094-DB467CBF4A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502" y="4070834"/>
            <a:ext cx="3245694" cy="2607307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041587BF-7458-4CDA-A109-A06116751A91}"/>
              </a:ext>
            </a:extLst>
          </p:cNvPr>
          <p:cNvSpPr txBox="1"/>
          <p:nvPr/>
        </p:nvSpPr>
        <p:spPr>
          <a:xfrm>
            <a:off x="275665" y="121024"/>
            <a:ext cx="36391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曲线图样例</a:t>
            </a:r>
            <a:endParaRPr lang="en-US" altLang="zh-CN" dirty="0"/>
          </a:p>
          <a:p>
            <a:r>
              <a:rPr lang="zh-CN" altLang="en-US" dirty="0"/>
              <a:t>左下为最简单曲线图样例。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557056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75349249-1733-4C54-8F9B-ECED6231415E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903" y="715402"/>
            <a:ext cx="5716532" cy="247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7" name="图片 7">
            <a:extLst>
              <a:ext uri="{FF2B5EF4-FFF2-40B4-BE49-F238E27FC236}">
                <a16:creationId xmlns:a16="http://schemas.microsoft.com/office/drawing/2014/main" id="{387537E0-9BB5-4844-B3B9-B881ADED9C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35" y="4268793"/>
            <a:ext cx="3042957" cy="2321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图片 8">
            <a:extLst>
              <a:ext uri="{FF2B5EF4-FFF2-40B4-BE49-F238E27FC236}">
                <a16:creationId xmlns:a16="http://schemas.microsoft.com/office/drawing/2014/main" id="{82597898-7091-4B2C-851D-904BCA4F30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7827" y="4122741"/>
            <a:ext cx="2750692" cy="2467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" name="图片 9">
            <a:extLst>
              <a:ext uri="{FF2B5EF4-FFF2-40B4-BE49-F238E27FC236}">
                <a16:creationId xmlns:a16="http://schemas.microsoft.com/office/drawing/2014/main" id="{F4060D68-E43B-49CD-9027-37097B392D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8519" y="4211520"/>
            <a:ext cx="3034116" cy="2265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4">
            <a:extLst>
              <a:ext uri="{FF2B5EF4-FFF2-40B4-BE49-F238E27FC236}">
                <a16:creationId xmlns:a16="http://schemas.microsoft.com/office/drawing/2014/main" id="{161C8366-AF3C-4F3E-9235-0CDCF17E7F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4DF2A776-8230-444D-BE6C-E793D582EE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3717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7622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31C5988A-1A0E-453D-8899-8EB5BD0B24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624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E437128D-0402-42AC-9A15-495DC5F94B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9626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CA2148F-DC3E-425F-A411-9FD76C95E5E9}"/>
              </a:ext>
            </a:extLst>
          </p:cNvPr>
          <p:cNvSpPr txBox="1"/>
          <p:nvPr/>
        </p:nvSpPr>
        <p:spPr>
          <a:xfrm>
            <a:off x="6931959" y="895349"/>
            <a:ext cx="168913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一副图表多条曲线。采用颜色区分曲线，黑白打印后难以辨识，可读性差。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B68F122-58B5-4F6E-BEDB-660CA94789CF}"/>
              </a:ext>
            </a:extLst>
          </p:cNvPr>
          <p:cNvSpPr txBox="1"/>
          <p:nvPr/>
        </p:nvSpPr>
        <p:spPr>
          <a:xfrm>
            <a:off x="5767668" y="3476410"/>
            <a:ext cx="30429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下方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图</a:t>
            </a:r>
            <a:r>
              <a:rPr lang="zh-CN" altLang="zh-CN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采用不同形状和颜色多重区分数据点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  <a:r>
              <a:rPr lang="zh-CN" altLang="zh-CN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曲线。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A6C2AF2-5708-46F3-AB0B-F69AE0378BB5}"/>
              </a:ext>
            </a:extLst>
          </p:cNvPr>
          <p:cNvSpPr txBox="1"/>
          <p:nvPr/>
        </p:nvSpPr>
        <p:spPr>
          <a:xfrm>
            <a:off x="275665" y="121024"/>
            <a:ext cx="2111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曲线图样例</a:t>
            </a:r>
          </a:p>
        </p:txBody>
      </p:sp>
    </p:spTree>
    <p:extLst>
      <p:ext uri="{BB962C8B-B14F-4D97-AF65-F5344CB8AC3E}">
        <p14:creationId xmlns:p14="http://schemas.microsoft.com/office/powerpoint/2010/main" val="28655104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B4EA1D02-92DC-49A6-9226-177C8AF92E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718" y="1957387"/>
            <a:ext cx="3901607" cy="2624137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D1B7838C-323E-44A4-BEDF-C0CF2B85473B}"/>
              </a:ext>
            </a:extLst>
          </p:cNvPr>
          <p:cNvSpPr txBox="1"/>
          <p:nvPr/>
        </p:nvSpPr>
        <p:spPr>
          <a:xfrm>
            <a:off x="275665" y="121024"/>
            <a:ext cx="2111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曲线图样例</a:t>
            </a:r>
          </a:p>
        </p:txBody>
      </p:sp>
    </p:spTree>
    <p:extLst>
      <p:ext uri="{BB962C8B-B14F-4D97-AF65-F5344CB8AC3E}">
        <p14:creationId xmlns:p14="http://schemas.microsoft.com/office/powerpoint/2010/main" val="1088390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313</Words>
  <Application>Microsoft Office PowerPoint</Application>
  <PresentationFormat>全屏显示(4:3)</PresentationFormat>
  <Paragraphs>22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6" baseType="lpstr">
      <vt:lpstr>等线</vt:lpstr>
      <vt:lpstr>等线 Light</vt:lpstr>
      <vt:lpstr>Arial</vt:lpstr>
      <vt:lpstr>Arial</vt:lpstr>
      <vt:lpstr>Times New Roman</vt:lpstr>
      <vt:lpstr>Office 主题​​</vt:lpstr>
      <vt:lpstr>目录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二、曲线图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张海龙</dc:creator>
  <cp:lastModifiedBy>张海龙</cp:lastModifiedBy>
  <cp:revision>5</cp:revision>
  <dcterms:created xsi:type="dcterms:W3CDTF">2024-09-18T05:41:42Z</dcterms:created>
  <dcterms:modified xsi:type="dcterms:W3CDTF">2024-09-18T06:06:35Z</dcterms:modified>
</cp:coreProperties>
</file>